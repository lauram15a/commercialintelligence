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Propuesta comercial | Datalyx Iberia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9D2E6"/>
                </a:solidFill>
                <a:latin typeface="Calibri"/>
              </a:rPr>
              <a:t>Estructuración de financiación flexible post-ronda para acelerar crecimiento (internacionalización, producto) y habilitar M&amp;A táctico sin dilución adicional inmediata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OPORTUNIDAD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Datalyx Iberia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858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A39"/>
                </a:solidFill>
                <a:latin typeface="Calibri"/>
              </a:rPr>
              <a:t>La ronda privada reciente sugiere que Datalyx Iberia SL entra en una fase de aceleración donde suele aumentar el gasto en go-to-market y producto, con potencial consumo de caja temporal. En este contexto, existe una oportunidad prioritaria para estructurar financiación complementaria al equity (venture debt) y/o financiación específica para adquisiciones tácticas, extendiendo runway y preservando opcionalidad estratégica. La ausencia de visibilidad histórica y de deuda actual refuerza la necesidad de un diagnóstico rápido de caja, plan y estructura de capital para dimensionar una solución a medida.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PRÓXIMA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Sesión de 60–90 minutos con dirección/finanzas para confirmar plan post-ronda (prioridades, calendario, objetivos por país/producto) y usos de fondos (go-to-market, producto, M&amp;A)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 UNA CIFRA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C97B4A"/>
                </a:solidFill>
                <a:latin typeface="Cambria"/>
              </a:rPr>
              <a:t>~15,0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A39"/>
                </a:solidFill>
                <a:latin typeface="Cambria"/>
              </a:rPr>
              <a:t>Tecnología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PRIORIDAD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CONTEXTO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Lo que dicen los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~15,0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Empleados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A"/>
                </a:solidFill>
                <a:latin typeface="Cambria"/>
              </a:rPr>
              <a:t>sí (sin importe)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Ronda privada reciente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TENDENCIAS ESTRUCTURALES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Fase de aceleración tras ronda privada, con foco probable en internacionalización y/o preparación para adquisición.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Prioridad de crecimiento sobre rentabilidad, con posible presión temporal sobre el margen operativo por mayor gasto comercial y de producto.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Inversión orientada a crecimiento ("CAPEX comercial" y desarrollo de producto) más que a mantenimiento.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2E6"/>
                </a:solidFill>
                <a:latin typeface="Calibri"/>
              </a:rPr>
              <a:t>INTERPRETACIÓN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La compañía muestra una escala relevante para su tamaño y señales de expansión post-ronda, pero sin series históricas no puede evaluarse el crecimiento ni la evolución de márgenes. El plan de aceleración sugiere mayor inversión y potencial consumo de caja en el corto plazo. Ante la ausencia de datos de deuda, no puede valorarse el apalancamiento, pero podría requerirse financiación adicional para sostener el crecimiento y/o ejecutar adquisiciones tácticas.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BRIEFING DE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Perfil y situación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A39"/>
                </a:solidFill>
                <a:latin typeface="Calibri"/>
              </a:rPr>
              <a:t>Datalyx Iberia SL es una compañía tecnológica con ~120 empleados e ingresos estimados de ~15,0 M€, lo que indica una escala relevante. Ha realizado una ronda privada reciente (sin importe conocido), señal típica de una fase de aceleración.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7385"/>
                </a:solidFill>
                <a:latin typeface="Calibri"/>
              </a:rPr>
              <a:t>La ronda privada reciente sugiere un plan de crecimiento (p. ej., internacionalización y/o preparación para una adquisición), normalmente acompañado de mayor inversión en equipo comercial y producto. Esto puede implicar consumo de caja y presión temporal sobre márgenes si se prioriza crecimiento frente a rentabilidad, aunque no hay datos de margen ni series históricas para confirmarlo.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NECESIDADES POTENCIALES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complementaria a equity (venture debt) para extender runway y financiar el plan de expansión post-ronda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Liquidez para inversión en go-to-market ("CAPEX comercial") y desarrollo de producto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para adquisiciones tácticas (M&amp;A) si el plan incluye crecimiento inorgánico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Estructuras flexibles alineadas a hitos de crecimiento ante posible volatilidad de caja en fase de aceleración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Falta de visibilidad sobre crecimiento interanual y márgenes por ausencia de series históricas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Posible presión de rentabilidad y mayor burn rate por incremento de gasto comercial y de producto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Desconocimiento del nivel de endeudamiento y, por tanto, de la capacidad de servicio de deuda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ejecución del plan de internacionalización y/o M&amp;A (integración, timing y desviaciones de presupuesto)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ENCAJE Y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Cómo podemos ayudar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ENCAJE CON PRODUCTOS DEL BANCO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Financiación de crecimiento (deuda flexible complementaria a equity) para extender runway y financiar go-to-market y desarrollo de producto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Financiación para adquisiciones (línea para M&amp;A / préstamo puente) para ejecutar compras tácticas con estructura alineada a hitos e integración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240280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Compañías de software B2B / SaaS en fase de expansión internacional (10–30 M€ de ingresos) con inversión intensiva en ventas y producto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Proveedores tecnológicos de analítica/datos y plataformas empresariales en etapa post-ronda con estrategias de crecimiento inorgánico selectivo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ARGUMENTOS DE VALOR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Estructura a medida para fase de aceleración: financiación flexible alineada a hitos (crecimiento, expansión geográfica, eficiencia comercial) y a la volatilidad de caja típica post-ronda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Optimización de dilución y runway: complemento al equity para financiar CAPEX comercial y producto, preservando capital para iniciativas estratégicas y mejorando la opcionalidad ante una potencial adquisición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Capacidad de ejecución integral: diagnóstico rápido de necesidades (caja/runway), diseño de estructura (importe, vencimiento, amortización, covenants) y preparación de materiales para inversores/financiadores, incluyendo alternativa específica para M&amp;A táctico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D2E6"/>
                </a:solidFill>
                <a:latin typeface="Calibri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Sesión de 60–90 minutos con dirección/finanzas para confirmar plan post-ronda (prioridades, calendario, objetivos por país/producto) y usos de fondos (go-to-market, producto, M&amp;A)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6499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Solicitud de información mínima para dimensionamiento: caja actual, burn mensual, presupuesto 12–24 meses, pipeline comercial, unit economics (si aplica), deuda existente y cap table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Propuesta de estructura preliminar (rango de importe, tramos, vencimiento, amortización, covenants/hitos) y definición de ruta de ejecución (financiación de crecimiento vs. financiación M&amp;A, o combinación)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