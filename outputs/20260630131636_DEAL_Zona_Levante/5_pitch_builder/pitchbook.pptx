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LEVANTE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222222"/>
                </a:solidFill>
                <a:latin typeface="Arial"/>
              </a:rPr>
              <a:t>Propuesta comercial | Optimización de financiación y estructura de deuda para compañía del Levante (TTM estimado)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Estructurar una solución integral de circulante + refinanciación + coberturas para sostener el crecimiento y reducir sensibilidad financiera con apalancamiento ~3,0x EBITDA.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Empresa sin identificar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La compañía (no identificada) presenta una foto operativa TTM estimada con ingresos de 12,0m€ y EBITDA de 1,8m€ (15,0% margen), junto con deuda financiera estimada de 5,4m€ (~3,0x EBITDA). Este nivel de palanca sugiere que una revisión de la estructura de deuda, el coste y el calendario de vencimientos puede generar mejoras inmediatas en liquidez y resiliencia. En paralelo, con crecimiento de referencia del 7,0% y CAPEX moderado (~5% de ventas), existe una ventana para dimensionar financiación de circulante y/o CAPEX que acompañe el plan de negocio sin tensionar covenants.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Solicitar paquete financiero mínimo (cliente, 48h): P&amp;L y balance mensuales/trim. últimos 24–36 meses, detalle de deuda (importe, tipo, coste, vencimientos, garantías, covenants) y estado de tesorería.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6600"/>
                </a:solidFill>
                <a:latin typeface="Arial"/>
              </a:rPr>
              <a:t>12,0m€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(TTM, estimado)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Levante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6600"/>
                </a:solidFill>
                <a:latin typeface="Arial"/>
              </a:rPr>
              <a:t>12,0m€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(TTM, estimado)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6600"/>
                </a:solidFill>
                <a:latin typeface="Arial"/>
              </a:rPr>
              <a:t>1,8m€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EBITDA (TTM, estimado)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6600"/>
                </a:solidFill>
                <a:latin typeface="Arial"/>
              </a:rPr>
              <a:t>15,0%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Margen EBITDA (TTM, estimado)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La información disponible es una foto TTM estimada sin histórico, por lo que no se puede concluir si el margen EBITDA está expandiéndose o comprimiéndose.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Se reporta un crecimiento anual de referencia del 7,0%, pero sin serie temporal no es posible validar la evolución interanual real de ingresos/EBITDA.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El CAPEX estimado (~5,0% de ventas) sugiere un perfil de inversión moderado, potencialmente de mantenimiento y/o soporte al crecimiento, pendiente de desglose.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El apalancamiento estimado (~3,0x EBITDA) es material y podría implicar sensibilidad a tipos y foco en refinanciación/optimización, sin detalle de vencimientos ni coste.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Con los datos TTM estimados, la compañía combina rentabilidad operativa razonable (15,0% margen EBITDA) con apalancamiento relevante (~3,0x), lo que sugiere una estructura financiera que puede requerir gestión activa. Podría existir necesidad de financiación para circulante y/o crecimiento, y en paralelo una oportunidad de optimización de deuda y coberturas, pero faltan estados financieros reales e histórico (incluyendo calendario de vencimientos y coste de la deuda) para confirmar diagnóstico y dimensionar la solución.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Empresa no identificada con una foto financiera operativa TTM estimada: ingresos 12,0m€ y EBITDA 1,8m€ (margen 15,0%), lo que sugiere un negocio de tamaño pequeño/mediano con rentabilidad operativa razonable. Presenta CAPEX moderado (0,6m€, ~5% de ventas) y apalancamiento material (deuda estimada 5,4m€, ~3,0x EBITDA), compatible con una estructura financiera que requiere seguimiento activo.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La oportunidad se basa en una estimación TTM sin histórico comparativo, con una referencia de crecimiento anual del 7,0% pero sin serie temporal para validar la tendencia real. La combinación de margen EBITDA del 15% y deuda ~3,0x sugiere potencial necesidad de financiación (circulante y/o crecimiento) y, en paralelo, margen para optimizar estructura de deuda y coberturas, sujeto a confirmar con estados financieros y detalle de vencimientos/coste.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de circulante para sostener crecimiento (referencia +7,0% anual): dimensionar líneas de crédito/confirming/factoring en función de ciclo de cobros y pagos y estacionalidad.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Refinanciación u optimización de la deuda existente (5,4m€; ~3,0x EBITDA): revisar calendario de vencimientos, coste, covenants y opciones de extensión de plazos o mejora de pricing.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Gestión de riesgo de tipos y estructura de coberturas: con apalancamiento material, evaluar sensibilidad a tipos y conveniencia de swaps/caps según mix fijo/variable.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de CAPEX (0,6m€ TTM; ~5% ventas): explorar leasing/loan específico si el CAPEX está ligado a capacidad productiva o eficiencia y tiene retorno medible.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Calidad y completitud de la información: los datos son estimaciones TTM sin histórico, lo que puede distorsionar margen, crecimiento real y capacidad de servicio de deuda.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Sensibilidad financiera por apalancamiento (~3,0x EBITDA): riesgo de tensión de liquidez ante subida de tipos, caída de EBITDA o incremento de necesidades de circulante; falta visibilidad de vencimientos y covenants.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inversión/ejecución: CAPEX moderado sin desglose puede ocultar necesidades de inversión mayores o proyectos con retorno incierto.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de circulante (línea de crédito / factoring / confirming): encaja para absorber necesidades derivadas del crecimiento y estabilizar caja en función de DSO/DPO/DIO y estacionalidad.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Refinanciación/reestructuración de deuda (préstamo a plazo / sindicación bilateral / extensión de vencimientos): encaja para optimizar calendario, coste y covenants con deuda ~3,0x EBITDA y reducir riesgo de refinanciación.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Coberturas de tipo de interés (swap/cap): encaja para mitigar sensibilidad a subidas de tipos si la deuda es mayoritariamente a tipo variable.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de CAPEX (leasing / préstamo de inversión): encaja para alinear vida del activo con el repago y preservar liquidez operativa.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Empresas industriales/servicios B2B del Levante con EBITDA 1–3m€ suelen operar con 2,0x–3,5x Deuda Neta/EBITDA en estructuras bancarias tradicionales; el caso actual (~3,0x) se sitúa en la parte alta del rango prudente y justifica revisión de covenants y vencimientos.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En pymes con margen EBITDA ~15% y CAPEX ~5% de ventas, es habitual separar financiación de circulante (revolving) de financiación de inversión (term/leasing) para evitar presión de caja y mejorar visibilidad de repago.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Diagnóstico rápido y accionable: en 2–3 semanas se puede construir un “mapa de deuda + caja + circulante” para cuantificar palancas (extensión de plazos, mejora de pricing, liberación de caja) y priorizar decisiones.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Optimización de estructura financiera: separar circulante, inversión y deuda estructural suele mejorar la disciplina de caja, reducir riesgo de refinanciación y facilitar el cumplimiento de covenants en escenarios de estrés.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Gestión de riesgo de tipos: con apalancamiento ~3,0x, una política de coberturas parcial puede estabilizar el coste financiero y proteger el plan de negocio ante movimientos de tipos.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Solicitar paquete financiero mínimo (cliente, 48h): P&amp;L y balance mensuales/trim. últimos 24–36 meses, detalle de deuda (importe, tipo, coste, vencimientos, garantías, covenants) y estado de tesorería.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Realizar diagnóstico de circulante (equipo comercial, 1 semana desde recepción): DSO/DPO/DIO, concentración de clientes/proveedores, estacionalidad y necesidades pico para dimensionar línea objetivo y herramientas (factoring/confirming).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Preparar propuesta de estructura y escenarios (equipo comercial, semana 2–3): alternativas de refinanciación (plazo, amortización, covenants) + recomendación de coberturas (porcentaje fijo/variable) + plan de financiación de CAPEX si aplica.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2669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5266944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Alinear calendario de ejecución (cliente + equipo comercial, semana 3): decisión de ruta (circulante, refinanciación, coberturas) y cronograma de negociación/cierre.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