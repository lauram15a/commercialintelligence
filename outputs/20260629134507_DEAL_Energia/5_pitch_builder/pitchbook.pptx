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ENERGIA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Project finance 2027 y coberturas para cierre financiero de cartera FV 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Estructuramos un paquete integrado de financiación de proyectos + coberturas para acelerar cierres financieros, proteger el coste de la deuda y maximizar la bancabilidad del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SolarGrid Iberia Partners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SolarGrid Iberia Partners SL es un desarrollador fotovoltaico utility con cartera en fase avanzada y cierres financieros pendientes, con una necesidad prevista de project finance de cara a 2027. El momento es ahora por la criticidad del calendario de hitos (permisos, conexión, EPC/early works y PPAs) y porque el apalancamiento actual ya es relevante, lo que hace clave anticipar estructura, covenants y coberturas para evitar fricciones en el cierre. Proponemos iniciar de inmediato un “roadmap” de financiación por proyecto (SPV) y un paquete de coberturas asociado para estabilizar riesgos financieros y mejorar condiciones de bancabilidad.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En 1 semana: sesión de trabajo con SolarGrid para mapear pipeline priorizado (proyectos, MW, estado de permisos/conexión, estrategia de ingresos) y construir un calendario de hitos hasta cierre financiero 2027.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6600"/>
                </a:solidFill>
                <a:latin typeface="Arial"/>
              </a:rPr>
              <a:t>17,2m€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estimados TTM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Energia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17,2m€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estimados TTM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3,784m€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 estimado TTM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22,0%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Perfil operativo sólido para un desarrollador FV, con margen EBITDA estimado del 22,0% sobre ingresos TTM.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 de inversión compatible con fase de desarrollo/avance de cartera, con CAPEX estimado en torno al 8,0% de ventas, aunque sin visibilidad temporal para evaluar su normalización.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Apalancamiento ya relevante (~2,8x Deuda/EBITDA), potencialmente alineado con estructuras de project finance si los cierres financieros se ejecutan según plan.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Limitación de datos (sin series históricas, caja, EBIT ni coste de deuda) que impide evaluar crecimiento real, cobertura de intereses y generación de caja.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Con los datos disponibles, SolarGrid muestra una rentabilidad operativa estimada atractiva (22,0% de margen EBITDA) pero con apalancamiento ya significativo (~2,8x), lo que sugiere una estructura financiera exigente para seguir ejecutando el pipeline. La ausencia de información de caja, EBIT y coste de deuda limita el diagnóstico de liquidez y capacidad de servicio de deuda; sería clave disponer de calendario de CAPEX, métricas de working capital y términos de financiación. Dado el perfil de cartera en fase avanzada, es plausible una necesidad de financiación adicional (project finance hacia 2027 y soporte de circulante) para convertir el pipeline en activos operativos.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SolarGrid Iberia Partners SL es un desarrollador fotovoltaico utility en España con una cartera en fase avanzada de desarrollo y foco en llevar proyectos a cierre financiero. Presenta un perfil operativo sólido con ingresos estimados TTM de 17,2m€ y EBITDA estimado de 3,784m€ (margen 22,0%), y una relación bancaria activa desde 2011 con rating interno BBB+ y sin impagos.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es de alta prioridad: la compañía tiene cierres financieros pendientes y previsión de necesidades de project finance de cara a 2027 para convertir pipeline en activos operativos. Con deuda financiera estimada de 10,664m€ (~2,8x EBITDA) y CAPEX estimado de 1,376m€ (~8% de ventas), el punto clave es estructurar financiación adicional y, potencialmente, coberturas asociadas para estabilizar el perfil de riesgo del proyecto.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Project finance para 2027 ligado a la cartera FV en fase avanzada, con estructuración por proyecto (SPV) y calendario de hitos hasta cierre financiero.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Soluciones de coberturas asociadas (p. ej., tipos/estructura de deuda y/o coberturas vinculadas a la financiación) para reducir volatilidad y mejorar bancabilidad de los cierres.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puente y/o soporte de circulante para el periodo pre-COD (desarrollo, permisos, interconexión, EPC/early works), dado el apalancamiento ya relevante (~2,8x Deuda/EBITDA) y la necesidad de ejecutar pipeline sin tensar liquidez.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apalancamiento y capacidad de servicio: con ~2,8x Deuda/EBITDA y sin datos de caja, EBIT ni coste de deuda, existe incertidumbre sobre cobertura de intereses y holgura financiera durante la fase de inversión.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y calendario: cierres financieros pendientes y CAPEX sin desglose temporal; retrasos en hitos (permisos, conexión, contratación) podrían aumentar necesidades de financiación y presionar covenants/condiciones de bancabilidad.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proyectos (project finance) en SPV por activo o clúster: encaja para financiar construcción y puesta en operación con estructura de amortización alineada a flujos del proyecto y métricas de cobertura (p. ej., DSCR objetivo).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puente / pre-NTP / desarrollo: encaja para cubrir el periodo previo a COD (permisos, interconexión, garantías, early works) y suavizar el consumo de caja mientras se alcanza el cierre financiero definitivo.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Coberturas de tipos de interés asociadas a la deuda: encaja para reducir volatilidad del coste financiero, mejorar visibilidad de DSCR y reforzar la bancabilidad ante comités de crédito y coinversores.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Soluciones de gestión de liquidez y circulante (líneas de crédito, avales y garantías): encaja para soportar garantías de red, obligaciones con EPC/O&amp;M y picos de working capital durante construcción.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Desarrolladores FV utility en Iberia con estrategia “build-to-own” o “build-to-sell” que estructuran cierres financieros vía SPV y combinan deuda senior con coberturas para asegurar métricas de cobertura durante construcción y operación.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Plataformas renovables con pipeline avanzado que utilizan financiación puente en pre-COD y refinancian a project finance una vez asegurados hitos clave (PPA/merchant strategy, permisos, conexión, EPC) para optimizar coste de capital.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Ejecución orientada a cierre: diseñamos un roadmap de hitos hasta 2027 (por proyecto) que alinea permisos, conexión, EPC, estrategia de ingresos y calendario de desembolsos con la estructura de deuda, reduciendo riesgo de retrasos y re-trabajo en el proceso de financiación.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Paquete integrado financiación + coberturas: estructuramos simultáneamente la deuda y las coberturas para estabilizar el coste financiero y mejorar la bancabilidad (impacto directo en DSCR, covenants y pricing).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 estructura y flexibilidad: proponemos arquitectura por SPV/clúster, con opciones de escalabilidad (accordion, tramos, mini-perm/refinanciación) para acompañar el crecimiento del pipeline sin penalizar la estructura corporativa.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1 semana: sesión de trabajo con SolarGrid para mapear pipeline priorizado (proyectos, MW, estado de permisos/conexión, estrategia de ingresos) y construir un calendario de hitos hasta cierre financiero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2 semanas: solicitud y recepción de “data pack” mínimo (CAPEX por proyecto y por fase, contratos/term sheets de EPC, estado de PPAs o estrategia merchant, deuda vigente y vencimientos, métricas de liquidez/working capital) para dimensionar estructura objetivo y necesidades puente.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3–4 semanas: propuesta indicativa de estructura (SPV/clúster, tenor, amortización, covenants/DSCR objetivo, garantías) y diseño preliminar de coberturas de tipos asociadas; validación conjunta de escenarios (sensibilidades de producción/precio/coste financiero).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4–6 semanas: preparación de materiales para aprobación interna y lanzamiento de proceso de financiación (si aplica) con cronograma de due diligence, documentación y ruta a cierre.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