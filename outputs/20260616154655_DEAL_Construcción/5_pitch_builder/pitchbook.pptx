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CONSTRUCCIÓN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Propuesta comercial: avales y financiación de circulante para ejecución de contrato de rehabilitación urbana (12M€)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9D2E6"/>
                </a:solidFill>
                <a:latin typeface="Calibri"/>
              </a:rPr>
              <a:t>Estructurar de forma inmediata una línea de avales y una solución de circulante alineadas al calendario de certificaciones para ejecutar la obra sin tensiones de tesorería.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OPORTUNIDAD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Constructora Bermejo e Hijos 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858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A39"/>
                </a:solidFill>
                <a:latin typeface="Calibri"/>
              </a:rPr>
              <a:t>La adjudicación de un contrato de rehabilitación urbana por 12,0M€ (≈55% de los ingresos estimados) activa necesidades urgentes de avales (técnicos/definitivos) y financiación de circulante por el desfase entre certificaciones/cobros y pagos a subcontratas y proveedores. Existe una ventana comercial para convertir una necesidad puntual en una estructura recurrente por cartera, con límites flexibles y revisiones ligadas a hitos de obra. El objetivo es asegurar capacidad de ejecución, proteger liquidez y mejorar la competitividad en futuras licitaciones.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PRÓXIMA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B2A4A"/>
                </a:solidFill>
                <a:latin typeface="Calibri"/>
              </a:rPr>
              <a:t>Reunión de trabajo para levantar el calendario de obra (hitos, certificaciones, plazos de cobro) y el plan mensual de pagos a subcontratas/proveedores; construir un cuadro de tesorería por proyecto.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 UNA CIFRA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97B4A"/>
                </a:solidFill>
                <a:latin typeface="Cambria"/>
              </a:rPr>
              <a:t>~22,0M 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A39"/>
                </a:solidFill>
                <a:latin typeface="Cambria"/>
              </a:rPr>
              <a:t>Construcción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37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PRIORIDAD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2120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CONTEXTO FINANCIERO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Lo que dicen los números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~22,0M 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12,0M 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Importe contrato rehabilitación urbana adjudicado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≈55%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Contrato como % de ingresos estimados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TENDENCIAS ESTRUCTURALES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Mayor dependencia de la cartera de pedidos y de adjudicaciones puntuales de gran tamaño respecto a la escala actual.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Concentración temporal de ejecución de obra que puede generar picos de actividad y de necesidades de circulante.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Riesgo estructural de desfase entre certificaciones/cobros y pagos a subcontratas y proveedores, típico del negocio de construcción.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75488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9560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D2E6"/>
                </a:solidFill>
                <a:latin typeface="Calibri"/>
              </a:rPr>
              <a:t>INTERPRETACIÓN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0352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La adjudicación de un contrato muy relevante frente a los ingresos estimados apunta a un salto de actividad, pero también a una mayor concentración y a potenciales tensiones de liquidez durante la ejecución. La ausencia de datos de caja/deuda y CAPEX impide evaluar la capacidad de absorción del pico de trabajo y el perfil de riesgo financiero. Aun así, el patrón operativo descrito sugiere necesidades de financiación de circulante y de emisión de avales/garantías vinculadas al calendario de obra para evitar fricciones en cobros y pagos.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BRIEFING DE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Perfil y situación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A39"/>
                </a:solidFill>
                <a:latin typeface="Calibri"/>
              </a:rPr>
              <a:t>Constructora Bermejo e Hijos SL es una empresa de construcción con ingresos estimados de ~22,0M EUR. Ha sido adjudicataria de un contrato de rehabilitación urbana por 12,0M EUR, de alta relevancia relativa (≈55% de los ingresos estimados). Su operativa está expuesta al ciclo típico de obra: certificaciones/cobros frente a pagos a subcontratas y proveedores.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B7385"/>
                </a:solidFill>
                <a:latin typeface="Calibri"/>
              </a:rPr>
              <a:t>La adjudicación del contrato de 12,0M EUR implica un salto de actividad y una concentración temporal de ejecución que previsiblemente tensionará el circulante. Se anticipan necesidades inmediatas de avales (técnicos/definitivos) y de financiación ligada al calendario de certificaciones. No se dispone de datos de caja/deuda ni de CAPEX, por lo que no puede valorarse la capacidad financiera actual para absorber el pico de trabajo.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NECESIDADES POTENCIALES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Líneas de avales (técnicos/definitivos) asociadas al contrato y a futuras licitaciones, con estructura recurrente ligada a cartera.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Financiación de circulante para cubrir el desfase entre certificaciones/cobros y pagos a subcontratas/proveedores durante la ejecución.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Estructuración de líneas flexibles vinculadas al calendario de obra y certificaciones para evitar tensiones de liquidez en picos de actividad.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4069080"/>
            <a:ext cx="384048" cy="384048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Concentración de ingresos/actividad en un único contrato relevante (≈55% de ingresos estimados), con impacto si hay retrasos, incidencias o cambios en el proyecto.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Riesgo de liquidez por desfase entre certificaciones/cobros y pagos a subcontratas y proveedores durante la obra.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Falta de visibilidad sobre endeudamiento y posición de caja, dificultando evaluar capacidad de absorción del pico de trabajo y el riesgo financiero.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Incertidumbre sobre necesidades de CAPEX (maquinaria/equipos) al no disponer de información, con posible presión adicional de financiación si fuera necesaria.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ENCAJE Y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Cómo podemos ayudar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ENCAJE CON PRODUCTOS DEL BANCO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Línea de avales (provisionales, técnicos, definitivos y de acopio) con límite recurrente por cartera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Línea de circulante (póliza de crédito / línea revolving) dimensionada a picos de tesorería por certificaciones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68496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68496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Anticipo de certificaciones / factoring de créditos comerciales (con o sin recurso, según pagador y estructura)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26864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26864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Gestión de pagos a proveedores (confirming) para estabilizar el ciclo de pagos y negociar plazos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240280"/>
            <a:ext cx="41605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COMPARABLES SECTORIALES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Acciona Construcción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Sacyr Construcción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ARGUMENTOS DE VALOR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Ejecución sin fricciones: capacidad inmediata de emisión de avales y disponibilidad de liquidez para sostener el ritmo de obra y subcontratación.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Estructura a medida del proyecto: límites y vencimientos alineados a hitos, certificaciones y plazos de cobro, con revisiones periódicas.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Mejora de competitividad en licitaciones: línea recurrente por cartera que evita negociar operación a operación y acelera nuevas adjudicaciones.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9D2E6"/>
                </a:solidFill>
                <a:latin typeface="Calibri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5915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Reunión de trabajo para levantar el calendario de obra (hitos, certificaciones, plazos de cobro) y el plan mensual de pagos a subcontratas/proveedores; construir un cuadro de tesorería por proyecto.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36499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Recopilar documentación para preaprobación de límites: últimos estados financieros disponibles, CIRBE/endeudamiento, posición de caja, límites actuales de avales, contrato adjudicado y pliego (incl. requisitos de garantías).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7083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Presentar en 48-72h una propuesta indicativa de: (i) línea de avales por cartera y (ii) línea de circulante + alternativa de anticipo de certificaciones/confirming, con escenarios por ritmo de certificación.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