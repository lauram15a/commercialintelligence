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TECNOLOGÍA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Propuesta comercial | Datalyx Iberia SL | Financiación para aceleración de crecimiento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9D2E6"/>
                </a:solidFill>
                <a:latin typeface="Calibri"/>
              </a:rPr>
              <a:t>Estructurar deuda de crecimiento para extender runway, financiar internacionalización y habilitar M&amp;A selectivo minimizando dilución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C99BA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OPORTUNIDAD DETECTADA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Datalyx Iberia 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6858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A39"/>
                </a:solidFill>
                <a:latin typeface="Calibri"/>
              </a:rPr>
              <a:t>La ronda privada reciente sugiere que Datalyx Iberia SL está entrando en una fase de aceleración (expansión comercial, internacionalización y/o preparación para una operación corporativa). En este contexto, existe una oportunidad prioritaria para complementar el equity con venture debt y diseñar una estructura de financiación flexible para crecimiento inorgánico, preservando caja y reduciendo dilución mientras se ejecutan hitos de valor.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PRÓXIMA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B2A4A"/>
                </a:solidFill>
                <a:latin typeface="Calibri"/>
              </a:rPr>
              <a:t>Solicitud de información (2–3 años histórico + YTD): ingresos por línea/país, gross margin, EBITDA/EBIT, burn/FCF, CAPEX, caja, deuda, calendario de cobros/pagos y principales contratos (concentración, duración, churn)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EN UNA CIFRA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C97B4A"/>
                </a:solidFill>
                <a:latin typeface="Cambria"/>
              </a:rPr>
              <a:t>~15,0 M€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Ingresos estimados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023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SECTOR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297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A39"/>
                </a:solidFill>
                <a:latin typeface="Cambria"/>
              </a:rPr>
              <a:t>Tecnología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937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PRIORIDAD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52120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85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CONTEXTO FINANCIERO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Lo que dicen los números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A4A"/>
                </a:solidFill>
                <a:latin typeface="Cambria"/>
              </a:rPr>
              <a:t>~15,0 M€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Ingresos estimados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A4A"/>
                </a:solidFill>
                <a:latin typeface="Cambria"/>
              </a:rPr>
              <a:t>~120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Empleados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4A"/>
                </a:solidFill>
                <a:latin typeface="Cambria"/>
              </a:rPr>
              <a:t>Sí (sin importe divulgado)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Ronda privada reciente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TENDENCIAS ESTRUCTURALES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Escala de ingresos ya relevante para una tecnológica de ~120 empleados, con señales cualitativas de crecimiento acelerado.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Posible fase de aceleración con potencial internacionalización y/o preparación para M&amp;A tras una ronda privada reciente.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Limitada visibilidad sobre rentabilidad operativa y estructura de costes por ausencia de histórico de P&amp;L (EBIT/EBITDA) y CAPEX.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75488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95604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D2E6"/>
                </a:solidFill>
                <a:latin typeface="Calibri"/>
              </a:rPr>
              <a:t>INTERPRETACIÓN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30352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</a:rPr>
              <a:t>La compañía parece estar en una etapa de crecimiento con cierta visibilidad de ingresos, pero la falta de información sobre márgenes, CAPEX, caja y deuda impide evaluar la generación de caja y el perfil de riesgo financiero. La ronda privada reciente sugiere un plan de expansión (comercial, internacionalización y/o crecimiento inorgánico) que típicamente eleva las necesidades de liquidez. Podría requerir financiación complementaria para ejecutar el plan, especialmente si se contemplan adquisiciones o inversión en plataforma/infraestructura.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85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BRIEFING DE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Perfil y situación 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A39"/>
                </a:solidFill>
                <a:latin typeface="Calibri"/>
              </a:rPr>
              <a:t>Datalyx Iberia SL es una compañía tecnológica con una escala estimada de ingresos de ~15,0 M€ y una plantilla de ~120 empleados. La reciente ronda privada sugiere que se encuentra en una fase de aceleración, potencialmente orientada a internacionalización y/o preparación para una operación corporativa.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6B7385"/>
                </a:solidFill>
                <a:latin typeface="Calibri"/>
              </a:rPr>
              <a:t>La empresa muestra señales cualitativas de crecimiento acelerado y cierta visibilidad de ingresos, pero no hay información suficiente para evaluar rentabilidad (EBIT/EBITDA), estructura de costes, CAPEX, caja o endeudamiento. La ronda privada reciente apunta a un plan de expansión que probablemente incremente las necesidades de liquidez para crecimiento orgánico e inorgánico.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406908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069080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NECESIDADES POTENCIALES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Venture debt complementaria a equity para extender runway y financiar expansión comercial/internacionalización minimizando dilución.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Estructuración de financiación para crecimiento inorgánico (M&amp;A): líneas para adquisiciones, bridge o tramos escalonados ligados a hitos.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Financiación de necesidades de capital circulante asociadas a escalado (contratación, go-to-market, posibles ciclos de cobro).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Refinamiento del plan financiero: clarificar unit economics, márgenes, burn/FCF y capacidad de repago para dimensionar deuda.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9476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4069080"/>
            <a:ext cx="384048" cy="384048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069080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Falta de visibilidad sobre márgenes operativos, generación de caja y perfil de CAPEX, lo que dificulta evaluar capacidad de servicio de deuda.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Desconocimiento de posición de caja y endeudamiento actual; posible apalancamiento oculto o restricciones (covenants) no identificadas.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Riesgo de ejecución del plan de aceleración (internacionalización y/o M&amp;A) que puede elevar consumo de caja y volatilidad de resultados.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Dependencia implícita de financiación externa si el crecimiento no es autofinanciado.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ENCAJE Y COMPARABLES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Cómo podemos ayudar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ENCAJE CON PRODUCTOS DEL BANCO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Deuda de crecimiento (venture debt) complementaria a equity: tramo principal para extender runway y financiar expansión comercial/internacionalización con amortización adaptada a hitos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10128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10128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Financiación para crecimiento inorgánico: línea para adquisiciones y/o estructura puente con desembolsos escalonados vinculados a pipeline y cierre de operaciones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240280"/>
            <a:ext cx="41605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514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A39"/>
                </a:solidFill>
                <a:latin typeface="Calibri"/>
              </a:rPr>
              <a:t>Compañías tecnológicas B2B de software/servicios recurrentes en fase de expansión con ingresos 10–30 M€ y presencia inicial internacional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A39"/>
                </a:solidFill>
                <a:latin typeface="Calibri"/>
              </a:rPr>
              <a:t>Proveedores de analítica/datos y plataformas empresariales con modelos de contrato anual y necesidades de capital circulante por crecimiento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ARGUMENTOS DE VALOR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Minimización de dilución: la deuda de crecimiento permite financiar hitos (expansión geográfica, contratación comercial, producto) sin recurrir a nuevas rondas en el corto plazo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Flexibilidad para ejecutar M&amp;A: una estructura dedicada para adquisiciones acelera la consolidación y evita fricciones de liquidez entre firma y cierre, manteniendo opcionalidad estratégica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Disciplina financiera y preparación para evento corporativo: el proceso de estructuración (KPIs, reporting, covenants razonables) mejora visibilidad de performance y credibilidad ante potenciales compradores/inversores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9D2E6"/>
                </a:solidFill>
                <a:latin typeface="Calibri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5915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Solicitud de información (2–3 años histórico + YTD): ingresos por línea/país, gross margin, EBITDA/EBIT, burn/FCF, CAPEX, caja, deuda, calendario de cobros/pagos y principales contratos (concentración, duración, churn)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36499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Definir caso base y necesidades: plan 18–24 meses (contratación, expansión geográfica, inversión en producto), sensibilidad de caja y dimensionamiento preliminar de deuda (tramo crecimiento + tramo M&amp;A/working capital)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37083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Diseñar estructura indicativa: importe, plazo, periodo de carencia, amortización, covenants y condiciones de desembolso por hitos; preparar calendario de ejecución y lista de deliverables para comité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C99BA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