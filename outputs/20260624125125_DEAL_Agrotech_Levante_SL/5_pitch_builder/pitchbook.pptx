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NO ESPECIFICADO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222222"/>
                </a:solidFill>
                <a:latin typeface="Arial"/>
              </a:rPr>
              <a:t>Propuesta comercial | Agrotech Levante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Acompañar el escalado nacional de su plataforma de riego inteligente con una estructura de financiación y operativa bancaria alineada al despliegue en campo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Agrotech Levante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Agrotech Levante SL está en fase de fuerte crecimiento tras una ronda de 6M EUR (feb-2026) y un plan de expansión de 15.000 a 40.000 hectáreas en 2026-2027 (≈+167%). La naturaleza del modelo (IoT + despliegue en campo) sugiere necesidades crecientes de inversión en equipamiento/instalación y soporte operativo, además de capital circulante para acompañar el aumento de actividad. Existe oportunidad de estructurar financiación complementaria y servicios transaccionales para sostener el ritmo de implantación, mitigando riesgos de ejecución y estacionalidad del ciclo agrícola.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Sesión de diagnóstico (60–90 min): modelo de ingresos (por hectárea/SaaS/servicio), unit economics (coste de instalación y soporte), calendario de despliegue 2026-2027 y KPIs (hectáreas activas vs instaladas)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6600"/>
                </a:solidFill>
                <a:latin typeface="Arial"/>
              </a:rPr>
              <a:t>6M EUR (febrero 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Ronda de financiación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No especificado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6M EUR (febrero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Ronda de financiación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15.000 hectáreas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Operación actual (superficie)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40.000 hectáreas en 2026-2027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Objetivo de expansión (superficie)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Fase de fuerte escalado con expansión nacional de la plataforma de riego inteligente.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Crecimiento apoyado por cooperativas y una alianza tecnológica satelital, reforzando el go-to-market y la propuesta tecnológica.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Modelo IoT con despliegue en campo que previsiblemente incrementa necesidades de inversión en equipamiento y soporte operativo.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La compañía muestra tracción comercial (superficie operada) y un plan de expansión acelerado, respaldado por una ronda reciente de 6M EUR. La ausencia de datos de ingresos, márgenes, CAPEX y endeudamiento impide evaluar rentabilidad, generación de caja y apalancamiento. Dado el despliegue masivo previsto y la naturaleza IoT en campo, es probable que requiera financiación adicional (CAPEX y/o capital circulante) para ejecutar el crecimiento más allá de la ronda cerrada, con riesgo de ejecución ligado a adopción tecnológica y ciclo agrícola.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Agrotech Levante SL es una compañía de agrotech centrada en una plataforma de riego inteligente (IoT) con despliegue en campo. Opera actualmente sobre 15.000 hectáreas y su crecimiento se apoya en 12 cooperativas y una alianza tecnológica satelital.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La empresa está en fase de fuerte escalado y ha cerrado una ronda de financiación de 6M EUR en febrero de 2026 para expandirse a nivel nacional. Planea aumentar la superficie gestionada hasta 40.000 hectáreas en 2026-2027 (≈+167% vs base actual), lo que sugiere un incremento relevante de necesidades operativas y de inversión; no se dispone de datos de ingresos, márgenes, CAPEX ni endeudamiento para cuantificar su perfil financiero.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Financiación adicional para soportar el despliegue masivo (equipamiento/instalación) asociado al crecimiento de 15.000 a 40.000 hectáreas.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Soluciones de capital circulante operativo para acompañar el aumento de actividad (implantaciones, soporte y operación en campo).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Estructuración de financiación complementaria a la ronda (p. ej., deuda/financiación de activos) si el plan de expansión supera el alcance de los 6M EUR captados.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Servicios de banca transaccional para gestionar el crecimiento (cobros/pagos con cooperativas y partners) en la medida en que aumente el volumen de operaciones.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ejecución del plan de expansión acelerado (capacidad de despliegue y escalado operativo).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adopción tecnológica por parte de clientes/cooperativas y dependencia del go-to-market vía partners.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ligado al ciclo agrícola que puede afectar ritmo de implantación y continuidad de uso.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Falta de visibilidad financiera (sin datos de ingresos, márgenes, CAPEX y endeudamiento) que dificulta evaluar rentabilidad, caja y apalancamiento.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de crecimiento (deuda a medio plazo / financiación estructurada) para complementar la ronda y alinear amortización con el ramp-up de hectáreas activas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de activos y circulante (líneas de working capital, confirming/factoring, anticipos vinculados a contratos) para cubrir instalación, inventario/equipamiento y cobros con cooperativas/partners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Proveedores de agricultura de precisión y riego inteligente (IoT/analítica) con modelo por hectárea y despliegue en campo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Plataformas de software industrial con componente hardware/instalación (modelo híbrido SaaS + equipos) orientadas a eficiencia operativa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Estructuración a medida del ciclo de despliegue: financiación escalonada por hitos (hectáreas instaladas/activas) para reducir riesgo de ejecución y optimizar coste de capital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Mejora de liquidez operativa: soluciones de circulante para absorber picos de instalación y estacionalidad agrícola, evitando tensiones de caja durante el ramp-up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Soporte integral al crecimiento: combinación de financiación y banca transaccional para profesionalizar cobros/pagos con cooperativas y partners, con reporting y control de tesorería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Sesión de diagnóstico (60–90 min): modelo de ingresos (por hectárea/SaaS/servicio), unit economics (coste de instalación y soporte), calendario de despliegue 2026-2027 y KPIs (hectáreas activas vs instaladas)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Recopilación de información financiera mínima: últimos estados disponibles, presupuesto 2026-2027, plan de uso de fondos de la ronda de 6M EUR, detalle de CAPEX previsto y condiciones con cooperativas/alianza tecnológica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Propuesta preliminar de estructura: alternativas de financiación (crecimiento, activos, circulante) con rangos indicativos, covenants/garantías potenciales y plan de implementación operativa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