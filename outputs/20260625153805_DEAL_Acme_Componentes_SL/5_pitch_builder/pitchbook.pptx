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NO ESPECIFICADO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22222"/>
                </a:solidFill>
                <a:latin typeface="Arial"/>
              </a:rPr>
              <a:t>Propuesta comercial | Acme Componentes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Financiación del crecimiento transfronterizo (planta Polonia 2025) y optimización de la estructura de deuda con ventana de refinanciación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Acme Componentes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Acme Componentes SL está ejecutando una expansión industrial con una nueva planta en Polonia en 2025, lo que previsiblemente incrementará necesidades de CAPEX, garantías y circulante durante el ramp-up. En paralelo, la deuda estimada alcanza ~12,0m€ en 2024 y podría requerir una refinanciación/reestructuración hacia 2027 para alinear vencimientos, amortización y covenants con el ciclo inversor. Existe una oportunidad de estructurar un paquete bancario integral que combine financiación de inversión, circulante y soluciones transfronterizas, incorporando gestión de tipos para estabilizar el coste financiero.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Sesión de trabajo (60–90 min) para concretar el plan Polonia 2025: CAPEX total, calendario por hitos, necesidades de garantías, y supuestos de ramp-up (volúmenes/márgenes).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32,0m€ → 38,0m€ (+18,8% interanual)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2022→2023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No especificado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32,0m€ → 38,0m€ (+18,8% interanual)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2022→2023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38,0m€ → 42,0m€ (+10,5% interanual)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2023→2024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3,8m€ → 5,8m€ (margen 11,9% → 13,8%)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EBITDA 2022→2024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Desaceleración moderada del crecimiento de ingresos (de +18,8% a +10,5%).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Expansión sostenida de márgenes (EBITDA y EBIT), sugiriendo apalancamiento operativo y/o mejora de mezcla.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 de costes relativamente estable (coste de ventas ~76% e Opex ~12%), sin evidencia de recortes drásticos.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Aumento de amortizaciones (0,96m€ → 1,26m€) compatible con mayor base de activos y posible ciclo inversor reciente.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Acme Componentes SL combina crecimiento con mejora de rentabilidad, lo que apunta a una ejecución operativa sólida pese a una moderación del ritmo de expansión. El incremento de deuda (8,0m€ → 12,0m€) parece estar acompañando la actividad/inversión, manteniendo el apalancamiento alrededor de ~2,1x, pero con mayores gastos financieros (0,45m€ → 0,61m€) que elevan la sensibilidad a tipos. Podría requerir financiación adicional o una refinanciación/optimización de estructura para sostener el crecimiento y contener el coste financiero.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Acme Componentes SL es una compañía industrial de componentes con crecimiento sostenido y mejora de rentabilidad en 2022–2024. Mantiene una estructura de costes estable y parece estar ejecutando un plan de inversión que incrementa su base de activos, apoyándose en deuda de forma controlada.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Desde 2022 a 2024 los ingresos crecen de 32,0m€ a 42,0m€ con desaceleración moderada del ritmo (+18,8% a +10,5%), mientras los márgenes mejoran (EBITDA 3,8m€→5,8m€; margen 11,9%→13,8%). La deuda aumenta de 8,0m€ a 12,0m€ manteniendo Deuda/EBITDA ~2,1x, pero con mayor gasto financiero (0,45m€→0,61m€), lo que sugiere sensibilidad a tipos y oportunidad de optimización. La oportunidad identificada es la expansión con nueva planta en Polonia en 2025 y una potencial refinanciación/CAPEX en 2027 (deuda estimada 12,0m€) para financiar crecimiento transfronterizo con calendario y covenants adecuados.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de CAPEX para la nueva planta en Polonia (2025): préstamo de inversión/term loan, leasing de maquinaria y/o líneas para puesta en marcha.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 de financiación transfronteriza: coordinación España-Polonia, garantías, cash pooling y gestión de divisa si aplica.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Refinanciación/optimización de la deuda hacia 2027: extensión de vencimientos, ajuste de amortización al ramp-up de la planta y covenants alineados con el ciclo inversor.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Coberturas de tipos para mitigar el aumento de gastos financieros y estabilizar el coste de la deuda.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ejecución del proyecto en Polonia (plazos, sobrecostes, ramp-up más lento) que presione caja y métricas de apalancamiento.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Sensibilidad a tipos: el aumento del gasto financiero ya es visible y puede erosionar la mejora de márgenes si no se gestiona.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Desaceleración del crecimiento de ingresos: si continúa, puede limitar la capacidad de absorber mayor deuda manteniendo Deuda/EBITDA estable.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covenants y calendario de vencimientos: estructura actual podría no encajar con el perfil de inversión 2025–2027 si hay picos de CAPEX.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Préstamo de inversión / term loan para CAPEX (estructura por hitos, carencia parcial durante construcción y ramp-up, amortización adaptada a generación de caja).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Leasing de maquinaria y equipamiento industrial para optimizar uso de balance y casar vida útil del activo con repago.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Líneas de circulante (póliza de crédito, factoring/confirming) para absorber tensiones de working capital en el arranque de la planta y el crecimiento de ventas.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Paquete de garantías y avales (performance, aduanas, licitaciones/contratos) asociado a proveedores y clientes en el despliegue en Polonia.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Fabricantes europeos de componentes industriales con expansión productiva en Europa Central y del Este (perfil mid-market, foco en eficiencia operativa).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Proveedores Tier-2/Tier-3 de componentes para automoción/industrial con mix exportador y necesidades recurrentes de CAPEX y circulante (comparación por margen EBITDA y apalancamiento).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Estructura a medida del ciclo inversor: diseño de amortización y covenants que contemplen construcción y ramp-up en 2025–2026, evitando restricciones operativas en el periodo de máxima inversión.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Optimización del coste financiero: combinación de tramos (inversión + circulante) y estrategia de cobertura de tipos para estabilizar el gasto financiero en un entorno de tipos incierto.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Solución integral transfronteriza: coordinación operativa España–Polonia (pagos, garantías, potencial multimoneda) para reducir fricción administrativa y acelerar la ejecución del proyecto.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Sesión de trabajo (60–90 min) para concretar el plan Polonia 2025: CAPEX total, calendario por hitos, necesidades de garantías, y supuestos de ramp-up (volúmenes/márgenes).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Recopilación de información de deuda actual: vencimientos, tipo fijo/variable, garantías, covenants, y detalle de circulante (límites, utilización, costes).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Propuesta indicativa de estructura (term loan + leasing + circulante + coberturas) con escenarios base/estresado y métricas objetivo (p.ej., Deuda/EBITDA y cobertura de intereses) para validar “capacidad de repago” y holguras de covenant.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Definición de roadmap 2025–2027: financiación de inversión (cierre 2025) y plan de refinanciación/optimización (preparación 2026, ejecución 2027).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