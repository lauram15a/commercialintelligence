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ENERGÍA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22222"/>
                </a:solidFill>
                <a:latin typeface="Arial"/>
              </a:rPr>
              <a:t>Propuesta comercial | Alcántara Energía Renovable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Estructuración y sindicación urgente de financiación de proyecto fotovoltaico (~€60M) y apoyo en la entrada de coinversores institucionales para asegurar el cierre financiero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Alcántara Energía Renovable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Alcántara Energía Renovable SL está en fase de cierre financiero de un proyecto fotovoltaico con CAPEX estimado de ~€60M, lo que implica una necesidad inmediata de estructuración de deuda tipo project finance y coordinación de un sindicato de financiadores. Dada la magnitud del salto de escala frente a ingresos estimados actuales (~€5,9M), existe además una oportunidad complementaria de articular coinversión institucional (equity/alternativos) para robustecer la estructura de capital y acelerar el cierre.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Sesión de arranque (60–90 min): confirmar estado del cierre financiero, calendario, importe objetivo de deuda, estructura deseada (tenor/amortización) y principales contratos (EPC, O&amp;M, PPA/merchant).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6600"/>
                </a:solidFill>
                <a:latin typeface="Arial"/>
              </a:rPr>
              <a:t>~€60M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Inversión estimada proyecto fotovoltaico (CAPEX)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Energía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~€60M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Inversión estimada proyecto fotovoltaico (CAPEX)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6600"/>
                </a:solidFill>
                <a:latin typeface="Arial"/>
              </a:rPr>
              <a:t>~€5,9M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estimados actuales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~10x (60/5,9)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Escala del proyecto vs. ingresos actuales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Salto de escala por entrada en fase de cierre financiero de un proyecto fotovoltaico relevante.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CAPEX extraordinario concentrado en el corto plazo asociado al despliegue del activo.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Estrategia de crecimiento basada en desarrollo y operación de activos de generación renovable.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Probable estructuración de deuda tipo project finance (posible sindicación) dada la naturaleza del activo y el cierre financiero.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compañía afronta una necesidad inmediata de financiación estructurada para ejecutar un CAPEX significativo, lo que previsiblemente requerirá deuda de project finance y coordinación de entidades financiadoras. La falta de series históricas de P&amp;L/EBITDA y de datos de endeudamiento actual limita la evaluación de la evolución operativa y del apalancamiento. El contexto sugiere potencial para complementar la deuda con coinversión institucional para cerrar la estructura de capital del proyecto.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Alcántara Energía Renovable SL es una compañía enfocada en el desarrollo y operación de activos de generación renovable. Actualmente está impulsando un proyecto fotovoltaico de gran tamaño relativo a su escala de ingresos estimados.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empresa se encuentra en fase de cierre financiero de un proyecto fotovoltaico con una inversión estimada de ~€60M, lo que implica un salto relevante frente a unos ingresos estimados actuales de ~€5,9M (~10x). La información disponible no incluye series históricas de P&amp;L/EBITDA ni datos de endeudamiento, pero el contexto apunta a una necesidad inmediata de estructuración de deuda tipo project finance y posible sindicación para ejecutar el CAPEX.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Estructuración y sindicación de deuda de project finance para financiar el CAPEX (~€60M) en el corto plazo.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Definición de estructura de capital del proyecto (mix deuda/capital) y coordinación de entidades financiadoras en el cierre financiero.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Búsqueda y articulación de coinversores institucionales para complementar la financiación y facilitar el cierre.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Información financiera limitada (sin series históricas de P&amp;L/EBITDA) que dificulta evaluar la capacidad operativa y la generación de caja.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Ausencia de datos de endeudamiento actual, lo que impide analizar el punto de partida de apalancamiento y la flexibilidad financiera.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ejecución asociado a un CAPEX extraordinario concentrado en el corto plazo y a un salto de escala significativo.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Financiación estructurada (project finance): estructuración, model review, term sheet, coordinación de due diligence y negociación de documentación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Sindicacion de deuda: coordinación de entidades financiadoras, estrategia de colocación, proceso competitivo y cierre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Asesoramiento en estructura de capital: definición del mix deuda/capital, análisis de sensibilidad (precio, producción, costes, tipos) y covenants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Búsqueda de coinversores institucionales: preparación de materiales, identificación de perfiles, gestión de proceso y apoyo en negociación de términos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Plataformas de generación renovable (solar) con activos operativos y pipeline en Iberia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Vehículos de inversión en infraestructuras/energía con foco en renovables (perfil institucional)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Ejecución rápida orientada a cierre: enfoque en hitos críticos (estructura, capacidad de deuda, documentación y calendario) para minimizar riesgo de retrasos en el cierre financiero.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Optimización de estructura y coste de capital: diseño de un project finance alineado con el perfil del activo (construcción/operación) y con flexibilidad para el salto de escala, buscando maximizar capacidad de deuda sin comprometer resiliencia.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Acceso coordinado a financiadores y coinversores: proceso estructurado para sindicar deuda y, en paralelo, evaluar coinversión institucional para reforzar equity, diversificar fuentes y aumentar certidumbre de fondos.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Sesión de arranque (60–90 min): confirmar estado del cierre financiero, calendario, importe objetivo de deuda, estructura deseada (tenor/amortización) y principales contratos (EPC, O&amp;M, PPA/merchant).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Solicitud de información y plan de trabajo: modelo financiero del proyecto, supuestos de producción, permisos, CAPEX/OPEX, estructura societaria, seguros, y situación de endeudamiento actual; definición de un cronograma de due diligence y documentación.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Propuesta de estructura preliminar: rango indicativo de apalancamiento, métricas de cobertura, reservas, covenants y estrategia de sindicación; decisión sobre carril paralelo de coinversión institucional (ticket, rol, timing y materiales).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