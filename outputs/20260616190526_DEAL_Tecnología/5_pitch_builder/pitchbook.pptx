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Propuesta comercial | Datalyx Iberia SL | Financiación de crecimiento no dilutiva y apoyo corporativo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9D2E6"/>
                </a:solidFill>
                <a:latin typeface="Calibri"/>
              </a:rPr>
              <a:t>Acompañar el punto de inflexión tras la ronda privada con venture debt y soluciones de financiación/asesoramiento para acelerar expansión e iniciativas de M&amp;A.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OPORTUNIDAD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Datalyx Iberia 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858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A39"/>
                </a:solidFill>
                <a:latin typeface="Calibri"/>
              </a:rPr>
              <a:t>La ronda privada reciente y el interés explícito en venture debt sugieren una necesidad inmediata de capital no dilutivo para extender runway y ejecutar un plan de crecimiento acelerado. En este contexto, suele encajar una estructura de deuda de crecimiento flexible, complementada con financiación de circulante e instrumentos para internacionalización. Adicionalmente, si existe una agenda de crecimiento inorgánico, podemos preparar una línea de adquisiciones/bridge y asesoramiento corporativo para ejecutar M&amp;A con rapidez y disciplina.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PRÓXIMA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Concertar reunión de 60–75 min para confirmar objetivo del venture debt (runway objetivo, hitos, calendario) y mapa de necesidades (orgánico vs. M&amp;A).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 UNA CIFRA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C97B4A"/>
                </a:solidFill>
                <a:latin typeface="Cambria"/>
              </a:rPr>
              <a:t>~15,0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A39"/>
                </a:solidFill>
                <a:latin typeface="Cambria"/>
              </a:rPr>
              <a:t>Tecnología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PRIORIDAD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212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CONTEXTO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Lo que dicen los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~15,0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Empleados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A"/>
                </a:solidFill>
                <a:latin typeface="Cambria"/>
              </a:rPr>
              <a:t>Sí (cualitativo)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Ronda privada reciente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TENDENCIAS ESTRUCTURALES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Escalado de una compañía tecnológica en fase de crecimiento con tamaño ya relevante.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Transición hacia una etapa de expansión (p.ej., internacionalización) y/o preparación para M&amp;A.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Preferencia por financiación no dilutiva para extender runway tras una ronda privada reciente.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75488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2E6"/>
                </a:solidFill>
                <a:latin typeface="Calibri"/>
              </a:rPr>
              <a:t>INTERPRETACIÓN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035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Con ingresos estimados de ~15,0 M€ y ~120 empleados, la compañía parece estar en una fase de expansión, pero faltan datos de márgenes, CAPEX y deuda para evaluar rentabilidad y capacidad de servicio. La ronda privada reciente y el interés en venture debt sugieren foco en extender runway y financiar crecimiento sin dilución. Esto podría implicar necesidad de financiación complementaria (deuda venture/estructuras flexibles) y apoyo de asesoramiento para ejecutar planes de crecimiento y/o adquisiciones.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BRIEFING DE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Perfil y situación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A39"/>
                </a:solidFill>
                <a:latin typeface="Calibri"/>
              </a:rPr>
              <a:t>Datalyx Iberia SL es una compañía tecnológica en fase de crecimiento con una escala ya relevante, con ingresos estimados de ~15,0 M€ y ~120 empleados. La empresa ha realizado recientemente una ronda privada y ha manifestado interés explícito en venture debt, lo que sugiere foco en crecimiento acelerado con capital no dilutivo.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7385"/>
                </a:solidFill>
                <a:latin typeface="Calibri"/>
              </a:rPr>
              <a:t>La ronda privada reciente apunta a un punto de inflexión estratégico, potencialmente ligado a internacionalización y/o preparación para una operación corporativa (M&amp;A). La ausencia de datos de márgenes, CAPEX y endeudamiento impide evaluar rentabilidad y capacidad de servicio de deuda, pero el interés en venture debt sugiere una necesidad inmediata de extender runway y financiar el plan de expansión.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NECESIDADES POTENCIALES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Venture debt / deuda de crecimiento para extender runway tras la ronda privada y financiar expansión sin dilución.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Estructuras flexibles de financiación complementaria para soportar internacionalización (p.ej., necesidades de inversión y capital de trabajo asociadas).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para M&amp;A (línea de adquisiciones o bridge) si se confirma una estrategia de crecimiento inorgánico.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Asesoramiento corporativo para preparación de M&amp;A (buy-side/sell-side) y definición de estructura de capital óptima en la siguiente fase.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4069080"/>
            <a:ext cx="384048" cy="384048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Visibilidad limitada sobre rentabilidad (margen/EBITDA) y generación de caja, lo que dificulta dimensionar deuda y covenants adecuados.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Falta de información sobre CAPEX e intensidad inversora, con riesgo de necesidades de caja superiores a lo previsto durante la expansión.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ejecución asociado a internacionalización y/o M&amp;A (integración, desviaciones de plan, consumo de caja).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Posible desalineación entre expectativas de crecimiento y capacidad de servicio de deuda si el crecimiento no se materializa al ritmo esperado.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ENCAJE Y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Cómo podemos ayudar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ENCAJE CON PRODUCTOS DEL BANCO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Venture debt / deuda de crecimiento (estructura flexible con amortización adaptada a hitos).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Líneas de circulante (póliza de crédito / confirming / factoring) para soportar el incremento de capital de trabajo por expansión.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68496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68496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Financiación de adquisiciones (línea de adquisiciones o bridge) para ejecutar M&amp;A oportunista.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26864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Asesoramiento corporativo en M&amp;A (buy-side/sell-side) y optimización de estructura de capital.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240280"/>
            <a:ext cx="41605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COMPARABLES SECTORIALES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Altia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Izertis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ARGUMENTOS DE VALOR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Estructuración a medida: combinamos deuda de crecimiento con herramientas de circulante para minimizar dilución y asegurar liquidez durante la expansión.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Velocidad y certidumbre: proceso ágil de análisis y term sheet condicionado a un set de KPIs claro (runway, burn/EBITDA, caja, deuda, cohortes/retención si aplica).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Alineación con el plan estratégico: financiación diseñada alrededor de hitos (internacionalización, contratación, producto, go-to-market) y posibles triggers de M&amp;A.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D2E6"/>
                </a:solidFill>
                <a:latin typeface="Calibri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Concertar reunión de 60–75 min para confirmar objetivo del venture debt (runway objetivo, hitos, calendario) y mapa de necesidades (orgánico vs. M&amp;A).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6499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Solicitar paquete mínimo de información para propuesta indicativa: ingresos LTM y últimos 24 meses, margen/EBITDA o burn, caja y runway, deuda existente, CAPEX, KPIs comerciales (ARR/MRR si aplica, churn/retención, CAC/LTV) y plan de negocio 12–24 meses.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7083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Preparar en 7–10 días laborables una propuesta indicativa con rangos de importe/plazo, perfil de amortización, covenants de seguimiento y opciones de línea de adquisiciones, más un esquema de trabajo para asesoramiento M&amp;A.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