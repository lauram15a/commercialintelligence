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E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Propuesta comercial | Datalyx Iberia SL: financiación no dilutiva y preparación para 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C9D2E6"/>
                </a:solidFill>
                <a:latin typeface="Calibri"/>
              </a:rPr>
              <a:t>Acompañar la fase post-ronda con venture debt y soluciones de circulante para extender runway y ejecutar el plan de aceleración con opcionalidad de M&amp;A.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OPORTUNIDAD DETECTADA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Datalyx Iberia 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858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A39"/>
                </a:solidFill>
                <a:latin typeface="Calibri"/>
              </a:rPr>
              <a:t>La reciente ronda privada sugiere un plan de aceleración (internacionalización y/o preparación para una operación corporativa) que suele incrementar el consumo de caja y las necesidades de capital de trabajo. En este contexto, existe una ventana inmediata para estructurar financiación no dilutiva (venture debt) y líneas de circulante que permitan ejecutar hitos sin dilución adicional. Adicionalmente, la compañía puede beneficiarse de asesoramiento para preparar escenarios de M&amp;A (buy-side o sell-side) y alinear estructura de capital, calendario e hitos.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PRÓXIMA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B2A4A"/>
                </a:solidFill>
                <a:latin typeface="Calibri"/>
              </a:rPr>
              <a:t>Concertar reunión de 60–75 minutos con CEO/CFO para confirmar objetivos post-ronda, calendario de hitos y usos de fondos (runway vs. crecimiento vs. M&amp;A).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371600"/>
            <a:ext cx="36576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 UNA CIFRA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C97B4A"/>
                </a:solidFill>
                <a:latin typeface="Cambria"/>
              </a:rPr>
              <a:t>~15,0 M€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2976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A39"/>
                </a:solidFill>
                <a:latin typeface="Cambria"/>
              </a:rPr>
              <a:t>Tecnología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9377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PRIORIDAD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21208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CONTEXTO FINANCIERO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Lo que dicen los 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~15,0 M€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Ingresos estimados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B2A4A"/>
                </a:solidFill>
                <a:latin typeface="Cambria"/>
              </a:rPr>
              <a:t>~120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Empleados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33172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56032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B2A4A"/>
                </a:solidFill>
                <a:latin typeface="Cambria"/>
              </a:rPr>
              <a:t>escalado / expansión post-ronda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7947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B7385"/>
                </a:solidFill>
                <a:latin typeface="Calibri"/>
              </a:rPr>
              <a:t>Fase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TENDENCIAS ESTRUCTURALES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Escalado de la organización (crecimiento de plantilla) para soportar expansión.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Ejecución de un plan de aceleración tras una ronda privada reciente (posible internacionalización y/o preparación para M&amp;A).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Potencial aumento de necesidades de capital de trabajo para sostener el crecimiento.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Búsqueda de extensión de runway mediante financiación no dilutiva y/o optimización de estructura de capital.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75488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5604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D2E6"/>
                </a:solidFill>
                <a:latin typeface="Calibri"/>
              </a:rPr>
              <a:t>INTERPRETACIÓN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03520"/>
            <a:ext cx="4663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FFFFF"/>
                </a:solidFill>
                <a:latin typeface="Calibri"/>
              </a:rPr>
              <a:t>Con la información disponible, la lectura principal es una compañía en fase de escalado (~15,0 M€ de ingresos y ~120 empleados) pero sin visibilidad de márgenes, CAPEX ni posición de caja/deuda, lo que impide evaluar rentabilidad y liquidez. La mención de una ronda privada reciente sugiere un plan de aceleración que normalmente incrementa consumo de caja y necesidades de capital de trabajo. En este contexto, es plausible que requiera financiación puente y/o soluciones no dilutivas para extender runway y ejecutar hitos de crecimiento e iniciativas de M&amp;A.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385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BRIEFING DE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Perfil y situación actual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A39"/>
                </a:solidFill>
                <a:latin typeface="Calibri"/>
              </a:rPr>
              <a:t>Datalyx Iberia SL es una compañía en fase de escalado con ingresos estimados de ~15,0 M€ y una plantilla de ~120 empleados. La reciente ronda privada sugiere una estrategia de aceleración, potencialmente vía internacionalización y/o preparación para una operación de M&amp;A.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B7385"/>
                </a:solidFill>
                <a:latin typeface="Calibri"/>
              </a:rPr>
              <a:t>La empresa se encuentra en expansión post-ronda, lo que normalmente implica incremento de gasto operativo y necesidades de capital de trabajo para sostener el crecimiento. No hay visibilidad de series históricas, márgenes, CAPEX ni posición de caja/deuda, por lo que no puede evaluarse con precisión la rentabilidad, el apalancamiento o el runway.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EDE6D9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40690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NECESIDADES POTENCIALES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Financiación no dilutiva tipo venture debt para extender runway y ejecutar el plan de crecimiento post-ronda.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Líneas de circulante para cubrir aumento de necesidades de capital de trabajo derivadas del escalado.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Financiación puente ligada a hitos (growth milestones) para acompasar consumo de caja y expansión.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Asesoramiento en estructuración de capital y preparación para escenarios de M&amp;A (buy-side o sell-side).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794760"/>
            <a:ext cx="534924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4069080"/>
            <a:ext cx="384048" cy="384048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4069080"/>
            <a:ext cx="4206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Falta de información financiera clave (márgenes, caja/deuda, CAPEX) que limita el diagnóstico de capacidad de repago y liquidez.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de incremento del burn/consumo de caja por expansión (especialmente si el crecimiento es intensivo en OPEX).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de desajustes de capital de trabajo durante la internacionalización o aceleración comercial.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A39"/>
                </a:solidFill>
                <a:latin typeface="Calibri"/>
              </a:rPr>
              <a:t>—  Riesgo de ejecución del plan post-ronda (cumplimiento de hitos) que condicione acceso y términos de financiación no dilutiva.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943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4864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Calibri"/>
              </a:rPr>
              <a:t>ENCAJE Y COMPARABLES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22A39"/>
                </a:solidFill>
                <a:latin typeface="Cambria"/>
              </a:rPr>
              <a:t>Cómo podemos ayudar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ENCAJE CON PRODUCTOS DEL BANCO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51760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Venture debt / financiación de crecimiento no dilutiva (con tramos por hitos).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Líneas de circulante (póliza de crédito / confirming / factoring según mix de cobros y pagos).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68496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68496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Financiación puente ligada a milestones (bridge facility) para acompasar consumo de caja y expansión.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26864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26864"/>
            <a:ext cx="5852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222A39"/>
                </a:solidFill>
                <a:latin typeface="Calibri"/>
              </a:rPr>
              <a:t>Asesoramiento en M&amp;A y estructuración de capital (preparación de proceso, valoración, y financiación de adquisición si aplica).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240280"/>
            <a:ext cx="41605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50000" dir="5400000" rotWithShape="0">
              <a:srgbClr val="1B2A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COMPARABLES SECTORIALES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Sngular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A39"/>
                </a:solidFill>
                <a:latin typeface="Calibri"/>
              </a:rPr>
              <a:t>Plain Concepts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385"/>
                </a:solidFill>
                <a:latin typeface="Calibri"/>
              </a:rPr>
              <a:t>ARGUMENTOS DE VALOR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Estructuras flexibles y no dilutivas para extender runway y proteger la cap table tras la ronda, alineadas con hitos operativos y comerciales.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Capacidad de combinar deuda de crecimiento con soluciones de circulante para reducir fricciones de capital de trabajo durante la internacionalización.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76072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2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5879592"/>
            <a:ext cx="3063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A39"/>
                </a:solidFill>
                <a:latin typeface="Calibri"/>
              </a:rPr>
              <a:t>Enfoque integral: financiación + asesoramiento corporativo para preparar opcionalidad de M&amp;A (buy-side/sell-side) y mejorar la “readiness” del equity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C9D2E6"/>
                </a:solidFill>
                <a:latin typeface="Calibri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5915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Concertar reunión de 60–75 minutos con CEO/CFO para confirmar objetivos post-ronda, calendario de hitos y usos de fondos (runway vs. crecimiento vs. M&amp;A).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36499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Solicitar paquete mínimo de información para propuesta indicativa: P&amp;L mensual/trim. (12–24m), margen/EBITDA o contribución, burn y caja, deuda existente, pipeline comercial, calendario de cobros/pagos y runway actual.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C97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70832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Preparar y presentar en 7–10 días laborables una propuesta indicativa: importe objetivo, estructura por tramos/milestones, pricing orientativo, y alternativas de circulante; en paralelo, mapear escenarios M&amp;A y necesidades de financiación asociadas.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C99BA"/>
                </a:solidFill>
                <a:latin typeface="Calibri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