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NO ESPECIFICADO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222222"/>
                </a:solidFill>
                <a:latin typeface="Arial"/>
              </a:rPr>
              <a:t>Propuesta comercial | Hispania Biotech Labs 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Acompañar el crecimiento rentable con una estructura de financiación más eficiente y preparada para la siguiente fase de inversión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Hispania Biotech Labs 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Hispania Biotech Labs SA combina crecimiento sostenido de ingresos y mejora de márgenes, mientras incrementa moderadamente su deuda para sostener la expansión. La oportunidad consiste en estructurar una solución de financiación y/o refinanciación que estabilice el coste financiero, preserve flexibilidad y permita ejecutar el plan de inversión (capacidad/lab e intangibles) con visibilidad y disciplina de caja.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Sesión de diagnóstico (60–90 min): drivers de crecimiento, pipeline, mix de clientes/productos, recurrencia y sensibilidad de márgenes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600"/>
                </a:solidFill>
                <a:latin typeface="Arial"/>
              </a:rPr>
              <a:t>14,8m€ (2022) → 17,5m€ (2023, +18,2% YoY) → 20,6m€ (2024, +17,7% YoY)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No especificado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14,8m€ (2022) → 17,5m€ (2023, +18,2% YoY) → 20,6m€ (2024, +17,7% YoY)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2,1m€ → 2,65m€ → 3,2m€ (2022–2024)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EBITDA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~14,2% (2022) → ~15,1% (2023) → ~15,5%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Margen 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Crecimiento sostenido de ingresos con expansión comercial consistente (doble dígito YoY en 2023–2024).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Mejora gradual de la rentabilidad operativa con expansión de márgenes EBITDA y EBIT (apalancamiento operativo).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Estructura de costes estable: coste de ventas ~73% de ingresos y OPEX ~12% de ventas pese a crecer en términos absolutos.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Base de activos en crecimiento sugerida por el aumento de amortizaciones (444k€ → 618k€), potencialmente ligada a inversión en capacidad/lab o intangibles.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La compañía combina crecimiento y mejora de márgenes, lo que apunta a un modelo rentable en expansión y con cierto apalancamiento operativo. El aumento de deuda (5,2m€ a 6,8m€) parece estar financiando parte del crecimiento, aunque el apalancamiento mejora (Deuda/EBITDA baja a ~2,1x), señal de que el EBITDA crece más rápido que la deuda. Podría requerir financiación adicional o refinanciación si mantiene el ritmo de inversión/crecimiento, pero falta visibilidad sobre CAPEX y generación de caja para confirmarlo.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Hispania Biotech Labs SA es una compañía del sector biotech/laboratorio con una trayectoria reciente de crecimiento sostenido de ingresos. Presenta mejora gradual de la rentabilidad operativa (expansión de márgenes) y una base de activos en aumento, sugerida por el crecimiento de amortizaciones.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Entre 2022 y 2024 la empresa crece a doble dígito en ingresos (14,8m€ → 20,6m€) y mejora EBITDA (2,1m€ → 3,2m€), elevando el margen EBITDA (~14,2% → ~15,5%). La deuda financiera aumenta (5,2m€ → 6,8m€), pero el apalancamiento mejora (Deuda/EBITDA ~2,5x → ~2,1x); a la vez, suben los gastos financieros (280k€ → 390k€). No constan operaciones activas ni impagos; antigüedad y rating interno no disponibles.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para sostener el crecimiento y posibles inversiones en capacidad/lab o intangibles (consistente con el aumento de amortizaciones).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Refinanciación u optimización de estructura de deuda para contener el coste financiero ante el aumento de gastos financieros.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Clarificación y, en su caso, financiación de CAPEX y necesidades de caja (no reportadas explícitamente) para validar la sostenibilidad del plan de expansión.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Visibilidad limitada sobre CAPEX y generación de caja, lo que dificulta confirmar necesidades reales de financiación y capacidad de repago.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Incremento del coste financiero (gastos financieros al alza) que puede presionar el resultado si continúan subiendo tipos o aumenta la deuda.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Dependencia de mantener el ritmo de crecimiento para sostener la mejora de apalancamiento; una desaceleración podría deteriorar métricas (Deuda/EBITDA).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de crecimiento (deuda senior / préstamo a plazo / línea revolving) para inversión y necesidades de circulante, con estructura de covenants alineada al plan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Refinanciación y optimización de pasivo (reperfilado de vencimientos, combinación fijo/variable, simplificación de garantías) para reducir volatilidad del coste financiero y mejorar flexibilidad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Laboratorios de servicios analíticos y control de calidad (CRO/CDMO y testing) de tamaño medio en Europa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Compañías de diagnóstico y servicios de laboratorio con crecimiento orgánico y expansión de capacidad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Estructura a medida para sostener el crecimiento: dimensionamiento de deuda y liquidez en función de inversión prevista, estacionalidad y consumo de circulante, evitando tensiones de caja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Reducción de fricción financiera: revisión de vencimientos, precio y mix fijo/variable para contener el aumento de gastos financieros y proteger el resultado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Preparación para escenarios: diseño de métricas y covenants realistas (p. ej., apalancamiento objetivo y headroom) que permitan ejecutar el plan incluso con desaceleración temporal del crecimiento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Sesión de diagnóstico (60–90 min): drivers de crecimiento, pipeline, mix de clientes/productos, recurrencia y sensibilidad de márgenes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Paquete de información y modelización: detalle de CAPEX (histórico y plan), generación de caja, circulante, calendario de amortizaciones y vencimientos de deuda; construcción de caso base y sensibilidades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Propuesta de estructura y proceso: alternativas de financiación/refinanciación, términos indicativos, cronograma y lista de documentación para ejecución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