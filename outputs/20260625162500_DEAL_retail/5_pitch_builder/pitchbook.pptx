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234440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71422"/>
            <a:ext cx="201168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222222"/>
                </a:solidFill>
                <a:latin typeface="Arial"/>
              </a:rPr>
              <a:t>Propuesta comercial | Refinanciación y ordenación de deuda minorista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69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A6B7B"/>
                </a:solidFill>
                <a:latin typeface="Arial"/>
              </a:rPr>
              <a:t>Reducir cuota mensual y coste financiero, simplificar pasivos y mejorar condiciones mediante mayor vinculación y una planificación de liquidez sostenible.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OPORTUNIDAD DETECTADA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Marta Salas Ortega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222"/>
                </a:solidFill>
                <a:latin typeface="Arial"/>
              </a:rPr>
              <a:t>El perfil muestra ingresos estables (~58.000 EUR/año) y una mejora reciente de liquidez (~42.000 EUR), junto con interés explícito por consolidación/refinanciación de deuda. Esto habilita una propuesta integral para (i) ordenar pasivos y reducir cuota, (ii) optimizar el coste total de la deuda y (iii) reforzar la vinculación para acceder a mejores condiciones, manteniendo un colchón de seguridad y un plan de ahorro/inversión.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2578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PRÓXIMA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59552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6600"/>
                </a:solidFill>
                <a:latin typeface="Arial"/>
              </a:rPr>
              <a:t>Diagnóstico 360º de pasivos (15–20 min): recopilar importes, TAE/TIN, cuotas, vencimientos, comisiones y entidad de cada préstamo/tarjeta; confirmar si hay tipo variable y condiciones de cancelación anticipada.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627632"/>
            <a:ext cx="3657600" cy="44805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7451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EN UNA CIFRA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40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6600"/>
                </a:solidFill>
                <a:latin typeface="Arial"/>
              </a:rPr>
              <a:t>~58.000 EUR/año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632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anuales estimados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840480"/>
            <a:ext cx="2926080" cy="127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0507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279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retail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2803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PRIORIDAD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023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Arial"/>
              </a:rPr>
              <a:t>ALTA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CONTEXTO FINANCIERO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Lo que dicen los números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~58.000 EUR/año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anuales estimados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~42.000 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Ahorro líquido estimado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~68.000 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Patrimonio invertible estimado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00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TENDENCIAS ESTRUCTURALES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02352"/>
            <a:ext cx="521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Capacidad de generación de ingresos estable (perfil no empresarial).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Acumulación de liquidez y perfil de ahorro creciente (aumento de saldo medio y ahorro recurrente).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Interés por consolidación/refinanciación de deuda para optimizar coste financiero y estructura de pagos.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800600"/>
            <a:ext cx="5212080" cy="164592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983480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INTERPRETACIÓN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85232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222"/>
                </a:solidFill>
                <a:latin typeface="Arial"/>
              </a:rPr>
              <a:t>Con la información disponible, el perfil muestra una posición de liquidez en fortalecimiento y excedente potencial para canalizar hacia ahorro/inversión. La existencia de un préstamo de consumo y el interés explícito por consolidación sugieren una posible necesidad de optimización de pasivos (refinanciación) más que de financiación incremental. Para evaluar sostenibilidad y capacidad de endeudamiento harían falta datos cuantitativos de deuda total, tipo, cuota y ratios de endeudamiento.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BRIEFING DE CLIENTE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Perfil y situación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10762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222"/>
                </a:solidFill>
                <a:latin typeface="Arial"/>
              </a:rPr>
              <a:t>Marta Salas Ortega es una clienta particular del segmento Retail en la oficina Madrid - Sede Central. Presenta un perfil de ingresos estables (~58.000 EUR/año) y una trayectoria reciente de ahorro creciente, con liquidez relevante (~42.000 EUR) y patrimonio invertible estimado (~68.000 EUR).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34640"/>
            <a:ext cx="10762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B"/>
                </a:solidFill>
                <a:latin typeface="Arial"/>
              </a:rPr>
              <a:t>La oportunidad prioritaria es una refinanciación y ordenación de deuda minorista para reducir cuota y mejorar la vinculación. Existe un préstamo de consumo vigente con cancelación parcial prevista en 2027 y un interés explícito por consolidación/mejora de condiciones, en paralelo a señales de aumento de saldo medio y ahorro recurrente que apuntan a una posición de liquidez en mejora a corto plazo.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NECESIDADES POTENCIALES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Consolidación/refinanciación de deuda de consumo para reducir cuota mensual y/o coste financiero, ajustando plazo y estructura de pagos a su capacidad real.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Diagnóstico completo de pasivos (importe total, tipos, cuotas, vencimientos) para ordenar la deuda y priorizar amortizaciones eficientes.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Optimización de la vinculación (domiciliación de nómina/recibos, seguros, tarjetas) para acceder a mejores condiciones de tipo y comisiones.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Plan de uso del excedente de liquidez: colchón de emergencia vs. amortización anticipada vs. canalización a ahorro/inversión según objetivos y horizonte.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Falta de datos cuantitativos de deuda (importe, TIN/TAE, cuota total, otras entidades) que puede llevar a proponer una estructura subóptima si no se completa el diagnóstico.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sobreextender plazos para bajar cuota (mayor coste total) si no se compara coste total vs. alivio de caja.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Posible concentración excesiva en liquidez (coste de oportunidad) o, al contrario, reducción excesiva del colchón si se destina demasiado a amortización.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Sensibilidad a cambios de tipos si parte de la deuda o la refinanciación fuese a tipo variable (a confirmar).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ENCAJE Y COMPARABLES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Cómo podemos ayudar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00" cy="28803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5852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ENCAJE CON PRODUCTOS DEL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5669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Refinanciación / consolidación de deuda de consumo (préstamos y tarjetas) con estructura de cuota objetivo, plazo y tipo (preferencia por estabilidad si el objetivo principal es reducir incertidumbre).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Paquete de vinculación y servicios (domiciliación de nómina/recibos, medios de pago, protección básica) para mejorar condiciones financieras y consolidar relación, complementado con un plan de ahorro/inversión para el excedente de liquidez.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194560"/>
            <a:ext cx="4160520" cy="320040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450592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COMPARABLES SECTORIALES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Consolidación de préstamos y tarjetas en una única cuota con reducción de TAE vía mejora de perfil y vinculación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Reordenación de deuda combinando amortización parcial con liquidez y refinanciación del remanente para optimizar coste total vs. alivio de caja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532120"/>
            <a:ext cx="10762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ARGUMENTOS DE VALOR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Alivio inmediato de caja: diseño de una cuota mensual objetivo y simplificación a una sola obligación, reduciendo fricción y riesgo de impagos por dispersión de pagos.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Optimización del coste total: comparación estructurada entre mantener deuda actual vs. refinanciar (TAE, comisiones, plazo) y uso eficiente de liquidez para amortización parcial sin descapitalizarse.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Mejora de condiciones por vinculación: acceso a mejores tipos/comisiones mediante un paquete de relación (nómina/recibos/medios de pago/protección), con seguimiento periódico para capturar mejoras futuras.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62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6600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B"/>
                </a:solidFill>
                <a:latin typeface="Arial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743200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Diagnóstico 360º de pasivos (15–20 min): recopilar importes, TAE/TIN, cuotas, vencimientos, comisiones y entidad de cada préstamo/tarjeta; confirmar si hay tipo variable y condiciones de cancelación anticipada.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584448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Definir objetivos y restricciones: priorizar entre (i) bajar cuota, (ii) reducir coste total, o (iii) equilibrio; acordar cuota objetivo y colchón mínimo de liquidez a mantener.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25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425696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Simulación de 2–3 escenarios: (A) consolidación total, (B) amortización parcial + refinanciación del remanente, (C) mantener y optimizar con amortizaciones selectivas; presentar comparativa de cuota, coste total y plazo.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2669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5266944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Propuesta de vinculación: seleccionar servicios a domiciliar/contratar para mejorar condiciones y calendarizar activación (nómina/recibos/medios de pago/protección).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