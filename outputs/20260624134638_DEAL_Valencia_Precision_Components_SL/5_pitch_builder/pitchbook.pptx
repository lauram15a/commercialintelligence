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INDUSTRIAL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Financiación de inversión y circulante para ampliación de capacidad (horizonte 2027)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Estructurar una solución de financiación escalonada para CAPEX y ramp-up, combinando deuda de inversión y líneas puente para preparar la ampliación de planta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Valencia Precision Components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Valencia Precision Components SL anticipa una ampliación de planta con foco en automatización/robótica y una nueva línea de mecanizado con horizonte 2027, lo que previsiblemente incrementará las necesidades de CAPEX y de circulante durante el periodo de puesta en marcha. La ventana actual permite diseñar con antelación una estructura de financiación alineada al calendario de desembolsos y a la generación de caja esperada, incorporando holguras para riesgos de ejecución y ramp-up. Dada la falta de visibilidad cuantitativa (ingresos, EBITDA y deuda), la oportunidad inmediata es liderar el diagnóstico financiero y proponer un paquete de financiación modular y condicionado a hitos.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Reunión de descubrimiento (60–90 min): confirmar alcance del proyecto, calendario 2025–2027, presupuesto preliminar, proveedores críticos y plan de ramp-up.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Arial"/>
              </a:rPr>
              <a:t>Sin indicador disponible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Industrial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240280"/>
            <a:ext cx="10762488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Expansión de capacidad prevista (2027) con perfil inversor creciente: necesidad de dimensionar CAPEX total, calendario de desembolsos y contingencias (coste/plazo).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Probable incremento de necesidades de circulante en el arranque (ramp-up) por mayor inventario, WIP y plazos de cobro/pago asociados a nuevos contratos marco.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Arial"/>
              </a:rPr>
              <a:t>• Riesgos a gestionar: presión de márgenes por insumos, desviaciones de ejecución del proyecto y tensión de caja durante la curva de aprendizaje; ausencia de datos de endeudamiento impide evaluar headroom y covenants objetivo.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comercial apoyado en cartera al alza y nuevos contratos marco.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Tendencia a automatización/robótica con ampliación de capacidad (nueva línea de mecanizado) con horizonte 2027.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Presión sectorial de costes de insumos con riesgo de compresión de márgenes si no se traslada a precios o se gana eficiencia.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Perfil inversor creciente con potencial aumento de necesidades de circulante durante el arranque y ramp-up de la nueva capacidad.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compañía parece estar en una fase de expansión impulsada por contratos, pero sin datos de ingresos, márgenes o endeudamiento no puede cuantificarse la mejora operativa ni el nivel de apalancamiento. El plan de CAPEX hasta 2027 y el probable incremento de working capital en el ramp-up apuntan a necesidades de financiación adicionales y a riesgo de tensión de caja si hay desviaciones de ejecución. En este contexto, cobra sentido estructurar deuda alineada al calendario de inversión y a la generación de caja esperada, incorporando holguras para el periodo de puesta en marcha.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Valencia Precision Components SL es una compañía industrial de componentes de precisión, con señales de crecimiento comercial apoyadas en una cartera al alza y nuevos contratos marco. Está orientada a incrementar capacidad productiva mediante inversión en automatización/robótica, incluyendo una nueva línea de mecanizado con horizonte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anticipa una ampliación de planta en 2027 y ya identifica necesidad de financiación para CAPEX, lo que abre una ventana para estructurar financiación de inversión y/o líneas puente de preparación del proyecto. No es cliente del banco y la información disponible proviene de fuentes externas; no se aportan cifras de ingresos, márgenes (EBITDA) ni endeudamiento, por lo que no puede cuantificarse la evolución financiera ni el headroom de apalancamiento.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CAPEX para la ampliación de capacidad (nueva línea de mecanizado) con calendario hacia 2027.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Líneas puente o financiación de preparación del proyecto (pre-CAPEX) para cubrir hitos previos a la inversión principal.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de circulante asociada al arranque y ramp-up de la nueva capacidad (incremento de working capital).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Estructuración de deuda alineada al calendario de inversión y a la generación de caja esperada, incorporando holguras para el periodo de puesta en marcha.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Falta de visibilidad cuantitativa: no hay datos de ingresos, EBITDA/márgenes ni endeudamiento para evaluar capacidad de repago y apalancamiento.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Presión sectorial por costes de insumos con riesgo de compresión de márgenes si no se traslada a precios o no se gana eficiencia.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del proyecto (plazos/costes) y de ramp-up de la nueva capacidad, con potencial tensión de caja en el arranque.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Incremento de necesidades de circulante durante el crecimiento por contratos y la puesta en marcha de la nueva línea.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inversión (deuda a medio/largo plazo) para CAPEX de ampliación, con desembolsos por hitos y periodo de carencia parcial durante instalación y puesta en marcha.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Líneas de circulante y/o línea puente de preparación del proyecto (pre-CAPEX) para cubrir necesidades previas y el ramp-up (incluyendo colchón de liquidez y flexibilidad estacional).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Fabricantes industriales de componentes de precisión con inversión en automatización y exposición a contratos marco (peer set indicativo; pendiente de confirmar subsegmento y mix de clientes).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industriales de mecanizado/metalworking orientados a series medias y altas exigencias de calidad (peer set indicativo; pendiente de datos financieros para calibrar estructura).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 a medida y escalonada: diseño de financiación por fases (preparación → CAPEX → ramp-up) para minimizar coste de carry y asegurar disponibilidad cuando se necesite.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Gestión de riesgos y holguras: incorporación de carencias, amortización adaptada y colchones de liquidez para cubrir desviaciones de ejecución y la curva de aprendizaje de la nueva capacidad.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Acompañamiento analítico: diagnóstico de capacidad de endeudamiento y generación de caja (sensibilidades) para definir tamaño óptimo, covenants y calendario, reduciendo incertidumbre para la dirección.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Reunión de descubrimiento (60–90 min): confirmar alcance del proyecto, calendario 2025–2027, presupuesto preliminar, proveedores críticos y plan de ramp-up.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Solicitud de información mínima (data pack): últimos estados financieros disponibles, detalle de deuda actual, CAPEX histórico y planificado, cartera/pedidos, política de precios y principales términos de cobro/pago.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Entrega de propuesta indicativa: alternativas de estructura (inversión + circulante/puente), rango de importes, calendario de desembolsos, esquema de amortización y lista de condiciones precedentes/hitos.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