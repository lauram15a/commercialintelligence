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NO ESPECIFICADO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222222"/>
                </a:solidFill>
                <a:latin typeface="Arial"/>
              </a:rPr>
              <a:t>Propuesta comercial | CloudCore Gestión Empresarial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Estructurar financiación puente y deuda de crecimiento para ejecutar M&amp;A y acelerar ARR en Iberia con control de liquidez y flexibilidad operativa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CloudCore Gestion Empresarial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CloudCore muestra señales públicas de expansión (refuerzo comercial y técnico) orientada a acelerar ingresos recurrentes, en paralelo a la evaluación de una adquisición de un proveedor vertical que podría requerir financiación puente. La combinación de escalado de OPEX y potencial desembolso de M&amp;A sugiere una necesidad de liquidez de corto plazo y una solución de financiación de crecimiento que preserve flexibilidad mientras se ejecuta el plan y se integra el activo adquirido.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Reunión de 60–90 minutos para confirmar objetivos 12–18 meses (crecimiento ARR, expansión Iberia, prioridades de inversión) y parámetros de la adquisición (tamaño, timing, estructura).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Arial"/>
              </a:rPr>
              <a:t>Sin indicador disponible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No especificado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240280"/>
            <a:ext cx="10762488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14600"/>
            <a:ext cx="10149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Crecimiento recurrente “de doble dígito” indicado públicamente, pero sin cifras disponibles para cuantificar ARR, ingresos, churn o márgenes; se requiere validación con KPIs internos.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Incremento de inversión en go-to-market (equipo comercial y técnico) que podría presionar márgenes en el corto plazo y elevar consumo de caja antes de capturar el crecimiento.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Potencial adquisición de proveedor vertical con necesidad de financiación puente e implicaciones de integración (costes one-off, retención de talento, migración de producto y clientes).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Crecimiento recurrente de doble dígito (sin cuantificación) apoyado por expansión en Iberia.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Aumento de inversión en go-to-market mediante incremento del equipo comercial y técnico para acelerar ARR.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Evaluación de adquisición de un proveedor vertical que podría añadir complejidad de integración y requerir liquidez adicional.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Posible uso de financiación alternativa (venture debt) alineada con un perfil de crecimiento y consumo de caja.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La información disponible sugiere una fase de aceleración comercial y expansión orgánica, pero sin datos financieros no puede evaluarse la rentabilidad ni la evolución de márgenes. La potencial adquisición y el escalado de OPEX podrían elevar las necesidades de caja en el corto plazo, especialmente si se requiere financiación puente para M&amp;A. En ausencia de visibilidad sobre endeudamiento actual, la mención de venture debt apunta a una probable búsqueda de deuda de crecimiento para sostener el plan de expansión y la operación corporativa.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CloudCore Gestión Empresarial SL es una compañía SaaS B2B orientada a pymes. Según señales públicas, se encuentra en una fase de expansión en Iberia, reforzando capacidades comerciales y técnicas para acelerar el crecimiento de ingresos recurrentes (ARR).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empresa muestra indicios de crecimiento recurrente “de doble dígito” sin cifras publicadas que permitan cuantificar ingresos, márgenes o rentabilidad. En mayo de 2026 habría incrementado equipo comercial y técnico, lo que sugiere mayor OPEX para impulsar go-to-market. En paralelo, evalúa una adquisición (marzo 2026) que podría requerir financiación puente y se menciona la opción de venture debt como apoyo.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puente para ejecutar una adquisición de proveedor vertical y cubrir necesidades de liquidez de corto plazo.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Deuda de crecimiento (p.ej., venture debt) para sostener el escalado comercial/técnico y acelerar ARR.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Estructuración de financiación para costes de integración post-adquisición (sinergias, onboarding, sistemas, retención de talento).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Asesoramiento sobre alternativas de financiación y calendario (puente vs. tramo a plazo) ante falta de visibilidad pública de métricas financieras.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Falta de datos financieros públicos: no se puede validar crecimiento, burn, márgenes, ni capacidad de servicio de deuda.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Posible compresión de márgenes por incremento de OPEX asociado al escalado de go-to-market.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ejecución e integración si se materializa la adquisición (costes, plazos, retención de clientes/equipo).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liquidez si la operación corporativa requiere desembolsos antes de capturar sinergias o si el crecimiento no acompaña.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Asesoramiento en alternativas de financiación (puente vs. tramo a plazo) y estructuración de deuda de crecimiento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puente para M&amp;A + deuda de crecimiento (tipo venture debt) para expansión comercial y costes de integración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SaaS B2B para pymes (ERP/gestión/vertical software) en fase de expansión regional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Proveedores de software vertical con ingresos recurrentes y estrategia buy-and-build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Diseño de una estructura por tramos (puente + crecimiento) que alinee calendario de caja con hitos de M&amp;A e integración, minimizando riesgo de liquidez.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Proceso ágil de preparación de información y “data pack” de KPIs SaaS para acelerar decisiones de financiación y mejorar condiciones (covenants, amortización, flexibilidad).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Análisis de capacidad de servicio de deuda basado en métricas internas (ARR, retención, margen bruto, CAC payback, burn) y escenarios (base / downside) para dimensionar importe y estructura.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Reunión de 60–90 minutos para confirmar objetivos 12–18 meses (crecimiento ARR, expansión Iberia, prioridades de inversión) y parámetros de la adquisición (tamaño, timing, estructura).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Solicitud de información mínima (últimos 12–24 meses): ARR/MRR, net revenue retention, churn, margen bruto, CAC y payback, pipeline, burn mensual, caja disponible, deuda existente y calendario de pagos.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Entrega de una propuesta preliminar de estructura (puente + crecimiento) con rango indicativo de tamaño, vencimiento, amortización, covenants y usos de fondos, sujeta a validación de KPIs y due diligence.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5266944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Definición de calendario de ejecución: preparación de materiales, contacto con financiadores, recepción de términos, selección y cierre coordinado con el calendario de M&amp;A.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