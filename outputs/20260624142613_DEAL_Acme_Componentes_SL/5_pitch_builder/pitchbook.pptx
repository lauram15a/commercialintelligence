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NO ESPECIFICADO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22222"/>
                </a:solidFill>
                <a:latin typeface="Arial"/>
              </a:rPr>
              <a:t>Propuesta comercial | Acme Componentes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Optimización de estructura de capital y financiación de crecimiento para sostener la expansión con control del apalancamiento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Acme Componentes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Acme Componentes SL combina crecimiento de ingresos (32,0m€ en 2022 a 42,0m€ en 2024) con mejora de márgenes (EBITDA 11,9%→13,8%), lo que sugiere una base operativa más eficiente y capacidad de generación de caja creciente. En paralelo, el endeudamiento aumenta (8,0m€→12,0m€) y el coste financiero sube, abriendo una ventana para revisar la estructura de deuda, asegurar capacidad de inversión y reducir sensibilidad a tipos/vencimientos. La oportunidad es acompañar el plan 12–24 meses con una solución integral que combine financiación para inversión/circulante y optimización de condiciones, preservando flexibilidad y covenants.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Sesión de diagnóstico (60–90 min): drivers de crecimiento, explicación de la desaceleración 2024, plan de inversión/CapEx y necesidades 12–24 meses (inversión, circulante, M&amp;A si aplica).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32,0m€ → 42,0m€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(2022→2024)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No especificado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32,0m€ → 42,0m€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(2022→2024)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+18,8% (2023) y +10,5%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Crecimiento ingresos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11,9% (2022) → 12,9% (2023) → 13,8%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Margen 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sostenido de ingresos con desaceleración del ritmo en 2024, pero manteniendo expansión.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Mejora progresiva de la rentabilidad operativa (expansión de márgenes EBITDA y EBIT).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Aumento de amortizaciones, consistente con una mayor base de activos (posible CapEx histórico más alto, sin dato explícito).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Incremento del endeudamiento y de los gastos financieros, con apalancamiento que sube en 2023 y se modera en 2024 por mejora del EBITDA.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Acme combina crecimiento con expansión de márgenes, lo que sugiere una mejora de la eficiencia operativa y de la capacidad de generación de resultados. El aumento de deuda (y de gastos financieros) indica que parte del crecimiento se está financiando con apalancamiento, aunque la mejora del EBITDA ayuda a contener el ratio Deuda/EBITDA en 2024. Si el plan de inversión se intensifica (coherente con mayores amortizaciones), podría requerirse financiación adicional y/o optimización de la estructura de capital para sostener el crecimiento sin tensionar el perfil de riesgo.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Acme Componentes SL es una compañía con crecimiento sostenido de ingresos entre 2022 y 2024 (32,0m€ a 42,0m€). En paralelo, muestra mejora progresiva de la rentabilidad operativa, con expansión de márgenes EBITDA y EBIT, lo que sugiere mayor eficiencia a medida que escala.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empresa mantiene expansión en 2024 aunque con desaceleración del crecimiento (+10,5% YoY vs +18,8% en 2023). Ha incrementado su endeudamiento (8,0m€ a 12,0m€) y los gastos financieros (0,45m€ a 0,61m€), mientras el apalancamiento Deuda/EBITDA se modera en 2024 (~2,1x) por la mejora del EBITDA; el patrimonio neto también crece (6,8m€ a 9,9m€). No constan operaciones activas ni impagos en el historial bancario disponible.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para inversión/crecimiento si el aumento de amortizaciones refleja una mayor base de activos y potencial intensificación de CapEx.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Optimización de estructura de capital para sostener el crecimiento limitando la presión del mayor endeudamiento y del coste financiero.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Revisión de condiciones de deuda y calendario de vencimientos (no disponible) para mitigar el impacto del aumento de gastos financieros.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Desaceleración del crecimiento en 2024 que, si continúa, podría reducir la capacidad de absorber mayores costes financieros.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Incremento del endeudamiento (+50% 2022–2024) y de los gastos financieros, con potencial sensibilidad a tipos/condiciones de financiación.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Posible necesidad de CapEx adicional (inferida por mayores amortizaciones) sin visibilidad de plan de inversión, lo que podría tensionar el apalancamiento si se financia con más deuda.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corporativa (préstamo/bono privado) para inversión y/o refinanciación, con estructura de vencimientos alineada al plan industrial y covenants a medida.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Líneas de circulante (póliza, confirming/factoring sin recurso o con recurso según elegibilidad) para absorber crecimiento, estacionalidad y optimizar capital de trabajo.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Fabricantes de componentes industriales (B2B) con ingresos 25–100m€ y margen EBITDA 10–18% en Europa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Proveedores de componentes para automoción/maquinaria con perfil de CapEx moderado y apalancamiento objetivo 1,5–3,0x Deuda neta/EBITDA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Asegurar capacidad de crecimiento: estructurar financiación para inversión y/o circulante que acompañe el aumento de escala sin tensionar el apalancamiento.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Optimizar coste y riesgo: revisar mix fijo/variable, calendario de vencimientos y covenants para reducir sensibilidad a tipos y mejorar visibilidad de caja.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Flexibilidad financiera: diseñar una estructura escalable (tramos, amortización, opciones de prepayment) que permita ejecutar el plan industrial y absorber escenarios de desaceleración.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Sesión de diagnóstico (60–90 min): drivers de crecimiento, explicación de la desaceleración 2024, plan de inversión/CapEx y necesidades 12–24 meses (inversión, circulante, M&amp;A si aplica).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Recopilación de información y “debt map”: detalle de deuda actual (importe, tipo, vencimientos, garantías, covenants), calendario de pagos, y principales métricas operativas (capacidad, mix, clientes).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Propuesta de estructura y términos indicativos: alternativas (refinanciación, nueva financiación, circulante), rango de importes, perfil de amortización, covenants y cronograma de ejecución.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